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027" autoAdjust="0"/>
    <p:restoredTop sz="94660"/>
  </p:normalViewPr>
  <p:slideViewPr>
    <p:cSldViewPr snapToGrid="0">
      <p:cViewPr varScale="1">
        <p:scale>
          <a:sx n="68" d="100"/>
          <a:sy n="68" d="100"/>
        </p:scale>
        <p:origin x="90" y="21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AC869D16-421E-4852-A0D4-8664B5ECE0D2}"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E2E884-7DF3-4B53-93BE-D4DD11F32909}" type="slidenum">
              <a:rPr lang="en-US" smtClean="0"/>
              <a:t>‹#›</a:t>
            </a:fld>
            <a:endParaRPr lang="en-US"/>
          </a:p>
        </p:txBody>
      </p:sp>
    </p:spTree>
    <p:extLst>
      <p:ext uri="{BB962C8B-B14F-4D97-AF65-F5344CB8AC3E}">
        <p14:creationId xmlns:p14="http://schemas.microsoft.com/office/powerpoint/2010/main" val="4530006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C869D16-421E-4852-A0D4-8664B5ECE0D2}"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E2E884-7DF3-4B53-93BE-D4DD11F32909}" type="slidenum">
              <a:rPr lang="en-US" smtClean="0"/>
              <a:t>‹#›</a:t>
            </a:fld>
            <a:endParaRPr lang="en-US"/>
          </a:p>
        </p:txBody>
      </p:sp>
    </p:spTree>
    <p:extLst>
      <p:ext uri="{BB962C8B-B14F-4D97-AF65-F5344CB8AC3E}">
        <p14:creationId xmlns:p14="http://schemas.microsoft.com/office/powerpoint/2010/main" val="351018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AC869D16-421E-4852-A0D4-8664B5ECE0D2}"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E2E884-7DF3-4B53-93BE-D4DD11F32909}" type="slidenum">
              <a:rPr lang="en-US" smtClean="0"/>
              <a:t>‹#›</a:t>
            </a:fld>
            <a:endParaRPr lang="en-US"/>
          </a:p>
        </p:txBody>
      </p:sp>
    </p:spTree>
    <p:extLst>
      <p:ext uri="{BB962C8B-B14F-4D97-AF65-F5344CB8AC3E}">
        <p14:creationId xmlns:p14="http://schemas.microsoft.com/office/powerpoint/2010/main" val="25229651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AC869D16-421E-4852-A0D4-8664B5ECE0D2}"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E2E884-7DF3-4B53-93BE-D4DD11F32909}" type="slidenum">
              <a:rPr lang="en-US" smtClean="0"/>
              <a:t>‹#›</a:t>
            </a:fld>
            <a:endParaRPr lang="en-US"/>
          </a:p>
        </p:txBody>
      </p:sp>
    </p:spTree>
    <p:extLst>
      <p:ext uri="{BB962C8B-B14F-4D97-AF65-F5344CB8AC3E}">
        <p14:creationId xmlns:p14="http://schemas.microsoft.com/office/powerpoint/2010/main" val="36664737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AC869D16-421E-4852-A0D4-8664B5ECE0D2}"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1E2E884-7DF3-4B53-93BE-D4DD11F32909}" type="slidenum">
              <a:rPr lang="en-US" smtClean="0"/>
              <a:t>‹#›</a:t>
            </a:fld>
            <a:endParaRPr lang="en-US"/>
          </a:p>
        </p:txBody>
      </p:sp>
    </p:spTree>
    <p:extLst>
      <p:ext uri="{BB962C8B-B14F-4D97-AF65-F5344CB8AC3E}">
        <p14:creationId xmlns:p14="http://schemas.microsoft.com/office/powerpoint/2010/main" val="42810465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AC869D16-421E-4852-A0D4-8664B5ECE0D2}"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1E2E884-7DF3-4B53-93BE-D4DD11F32909}" type="slidenum">
              <a:rPr lang="en-US" smtClean="0"/>
              <a:t>‹#›</a:t>
            </a:fld>
            <a:endParaRPr lang="en-US"/>
          </a:p>
        </p:txBody>
      </p:sp>
    </p:spTree>
    <p:extLst>
      <p:ext uri="{BB962C8B-B14F-4D97-AF65-F5344CB8AC3E}">
        <p14:creationId xmlns:p14="http://schemas.microsoft.com/office/powerpoint/2010/main" val="37582906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C869D16-421E-4852-A0D4-8664B5ECE0D2}"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1E2E884-7DF3-4B53-93BE-D4DD11F32909}" type="slidenum">
              <a:rPr lang="en-US" smtClean="0"/>
              <a:t>‹#›</a:t>
            </a:fld>
            <a:endParaRPr lang="en-US"/>
          </a:p>
        </p:txBody>
      </p:sp>
    </p:spTree>
    <p:extLst>
      <p:ext uri="{BB962C8B-B14F-4D97-AF65-F5344CB8AC3E}">
        <p14:creationId xmlns:p14="http://schemas.microsoft.com/office/powerpoint/2010/main" val="41539999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869D16-421E-4852-A0D4-8664B5ECE0D2}"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E2E884-7DF3-4B53-93BE-D4DD11F32909}" type="slidenum">
              <a:rPr lang="en-US" smtClean="0"/>
              <a:t>‹#›</a:t>
            </a:fld>
            <a:endParaRPr lang="en-US"/>
          </a:p>
        </p:txBody>
      </p:sp>
    </p:spTree>
    <p:extLst>
      <p:ext uri="{BB962C8B-B14F-4D97-AF65-F5344CB8AC3E}">
        <p14:creationId xmlns:p14="http://schemas.microsoft.com/office/powerpoint/2010/main" val="16960308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AC869D16-421E-4852-A0D4-8664B5ECE0D2}"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1E2E884-7DF3-4B53-93BE-D4DD11F32909}" type="slidenum">
              <a:rPr lang="en-US" smtClean="0"/>
              <a:t>‹#›</a:t>
            </a:fld>
            <a:endParaRPr lang="en-US"/>
          </a:p>
        </p:txBody>
      </p:sp>
    </p:spTree>
    <p:extLst>
      <p:ext uri="{BB962C8B-B14F-4D97-AF65-F5344CB8AC3E}">
        <p14:creationId xmlns:p14="http://schemas.microsoft.com/office/powerpoint/2010/main" val="389605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C869D16-421E-4852-A0D4-8664B5ECE0D2}"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E2E884-7DF3-4B53-93BE-D4DD11F32909}" type="slidenum">
              <a:rPr lang="en-US" smtClean="0"/>
              <a:t>‹#›</a:t>
            </a:fld>
            <a:endParaRPr lang="en-US"/>
          </a:p>
        </p:txBody>
      </p:sp>
    </p:spTree>
    <p:extLst>
      <p:ext uri="{BB962C8B-B14F-4D97-AF65-F5344CB8AC3E}">
        <p14:creationId xmlns:p14="http://schemas.microsoft.com/office/powerpoint/2010/main" val="14276484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C869D16-421E-4852-A0D4-8664B5ECE0D2}"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1E2E884-7DF3-4B53-93BE-D4DD11F32909}" type="slidenum">
              <a:rPr lang="en-US" smtClean="0"/>
              <a:t>‹#›</a:t>
            </a:fld>
            <a:endParaRPr lang="en-US"/>
          </a:p>
        </p:txBody>
      </p:sp>
    </p:spTree>
    <p:extLst>
      <p:ext uri="{BB962C8B-B14F-4D97-AF65-F5344CB8AC3E}">
        <p14:creationId xmlns:p14="http://schemas.microsoft.com/office/powerpoint/2010/main" val="38274668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C869D16-421E-4852-A0D4-8664B5ECE0D2}" type="datetimeFigureOut">
              <a:rPr lang="en-US" smtClean="0"/>
              <a:t>10/1/2026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1E2E884-7DF3-4B53-93BE-D4DD11F32909}" type="slidenum">
              <a:rPr lang="en-US" smtClean="0"/>
              <a:t>‹#›</a:t>
            </a:fld>
            <a:endParaRPr lang="en-US"/>
          </a:p>
        </p:txBody>
      </p:sp>
    </p:spTree>
    <p:extLst>
      <p:ext uri="{BB962C8B-B14F-4D97-AF65-F5344CB8AC3E}">
        <p14:creationId xmlns:p14="http://schemas.microsoft.com/office/powerpoint/2010/main" val="58123353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57" y="422031"/>
            <a:ext cx="11030243" cy="6316394"/>
          </a:xfrm>
        </p:spPr>
        <p:txBody>
          <a:bodyPr>
            <a:normAutofit fontScale="77500" lnSpcReduction="20000"/>
          </a:bodyPr>
          <a:lstStyle/>
          <a:p>
            <a:pPr marL="0" indent="0">
              <a:buNone/>
            </a:pPr>
            <a:r>
              <a:rPr lang="en-US" dirty="0" smtClean="0"/>
              <a:t>Dear Sir/Madam,</a:t>
            </a:r>
          </a:p>
          <a:p>
            <a:pPr marL="0" indent="0">
              <a:buNone/>
            </a:pPr>
            <a:r>
              <a:rPr lang="en-US" dirty="0" smtClean="0"/>
              <a:t>I am writing to provide an update on the preparations for KLH </a:t>
            </a:r>
            <a:r>
              <a:rPr lang="en-US" dirty="0" err="1" smtClean="0"/>
              <a:t>Bachupally’s</a:t>
            </a:r>
            <a:r>
              <a:rPr lang="en-US" dirty="0" smtClean="0"/>
              <a:t> annual tech-fest, NOVUS 2026. As a member of the organizing committee, I would like to share the progress made by our team so </a:t>
            </a:r>
            <a:r>
              <a:rPr lang="en-US" dirty="0" err="1" smtClean="0"/>
              <a:t>far.We</a:t>
            </a:r>
            <a:r>
              <a:rPr lang="en-US" dirty="0" smtClean="0"/>
              <a:t> have completed the initial planning and discussed the different activities and responsibilities required for the event. The organizing committee members have been assigned different tasks, and we have started coordinating with the respective teams. We have also worked on planning the schedule and identifying the requirements for the various </a:t>
            </a:r>
            <a:r>
              <a:rPr lang="en-US" dirty="0" err="1" smtClean="0"/>
              <a:t>activities.Some</a:t>
            </a:r>
            <a:r>
              <a:rPr lang="en-US" dirty="0" smtClean="0"/>
              <a:t> of the important tasks, such as discussing event ideas, assigning responsibilities, and preparing the basic event plan, have already been completed. We are currently working on the remaining arrangements and making sure that all the activities are properly </a:t>
            </a:r>
            <a:r>
              <a:rPr lang="en-US" dirty="0" err="1" smtClean="0"/>
              <a:t>coordinated.There</a:t>
            </a:r>
            <a:r>
              <a:rPr lang="en-US" dirty="0" smtClean="0"/>
              <a:t> are still a few tasks to be completed, including finalizing some event arrangements, checking the required materials, coordinating with participants, and reviewing the final schedule. We will also make sure that the venue and other necessary arrangements are properly checked before the </a:t>
            </a:r>
            <a:r>
              <a:rPr lang="en-US" dirty="0" err="1" smtClean="0"/>
              <a:t>event.Our</a:t>
            </a:r>
            <a:r>
              <a:rPr lang="en-US" dirty="0" smtClean="0"/>
              <a:t> team is working together to complete the remaining tasks on time.</a:t>
            </a:r>
          </a:p>
          <a:p>
            <a:pPr marL="0" indent="0">
              <a:buNone/>
            </a:pPr>
            <a:r>
              <a:rPr lang="en-US" dirty="0" smtClean="0"/>
              <a:t> We will continue to keep you updated about the progress and inform you if there are any issues that require your </a:t>
            </a:r>
            <a:r>
              <a:rPr lang="en-US" dirty="0" err="1" smtClean="0"/>
              <a:t>guidance.Thank</a:t>
            </a:r>
            <a:r>
              <a:rPr lang="en-US" dirty="0" smtClean="0"/>
              <a:t> you for your support and guidance in helping us organize NOVUS 2026 successfully.</a:t>
            </a:r>
          </a:p>
          <a:p>
            <a:pPr marL="0" indent="0">
              <a:buNone/>
            </a:pPr>
            <a:r>
              <a:rPr lang="en-US" dirty="0" smtClean="0"/>
              <a:t>Regards,</a:t>
            </a:r>
          </a:p>
          <a:p>
            <a:pPr marL="0" indent="0">
              <a:buNone/>
            </a:pPr>
            <a:r>
              <a:rPr lang="en-US" dirty="0" smtClean="0"/>
              <a:t>Rohan,</a:t>
            </a:r>
          </a:p>
          <a:p>
            <a:pPr marL="0" indent="0">
              <a:buNone/>
            </a:pPr>
            <a:r>
              <a:rPr lang="en-US" dirty="0" smtClean="0"/>
              <a:t>Organizing Committee </a:t>
            </a:r>
          </a:p>
          <a:p>
            <a:pPr marL="0" indent="0">
              <a:buNone/>
            </a:pPr>
            <a:r>
              <a:rPr lang="en-US" dirty="0" smtClean="0"/>
              <a:t>KLH </a:t>
            </a:r>
            <a:r>
              <a:rPr lang="en-US" dirty="0" err="1" smtClean="0"/>
              <a:t>Bachupally</a:t>
            </a:r>
            <a:r>
              <a:rPr lang="en-US" dirty="0" smtClean="0"/>
              <a:t>.</a:t>
            </a:r>
            <a:endParaRPr lang="en-US" dirty="0"/>
          </a:p>
        </p:txBody>
      </p:sp>
    </p:spTree>
    <p:extLst>
      <p:ext uri="{BB962C8B-B14F-4D97-AF65-F5344CB8AC3E}">
        <p14:creationId xmlns:p14="http://schemas.microsoft.com/office/powerpoint/2010/main" val="407088749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246</Words>
  <Application>Microsoft Office PowerPoint</Application>
  <PresentationFormat>Widescreen</PresentationFormat>
  <Paragraphs>7</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Arial</vt:lpstr>
      <vt:lpstr>Calibri</vt:lpstr>
      <vt:lpstr>Calibri Light</vt:lpstr>
      <vt:lpstr>Office Theme</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1</cp:revision>
  <dcterms:created xsi:type="dcterms:W3CDTF">2026-10-01T08:12:17Z</dcterms:created>
  <dcterms:modified xsi:type="dcterms:W3CDTF">2026-10-01T08:12:38Z</dcterms:modified>
</cp:coreProperties>
</file>